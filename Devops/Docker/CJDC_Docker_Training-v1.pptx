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2496E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1188720" cy="118872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" y="1084478"/>
            <a:ext cx="665683" cy="6656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CJDC — CREATIVE JAVA DEVELOPERS COMMUNITY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6517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DOCKER MADE SIMPLE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 Ship. Run. </a:t>
            </a:r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Interview-Ready.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5394960"/>
            <a:ext cx="7680960" cy="960120"/>
          </a:xfrm>
          <a:prstGeom prst="roundRect">
            <a:avLst>
              <a:gd name="adj" fmla="val 9524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53212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Amit Tiwari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DevOps Engineer @ EngineersMind  |  22nd Aug 2026, 7:00 PM IST  |  Google Meet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CJDC · Docker Made Simple — 22 Aug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64792"/>
            <a:ext cx="457200" cy="45720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86537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Docker?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3232" y="2240280"/>
            <a:ext cx="31912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used before, and the problems it caused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62272" y="1764792"/>
            <a:ext cx="457200" cy="45720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86537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10912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Problem Docker Solves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62272" y="2240280"/>
            <a:ext cx="31912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Consistency, portability, isolation, speed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11312" y="1764792"/>
            <a:ext cx="457200" cy="45720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6" y="186537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59952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VM vs Container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11312" y="2240280"/>
            <a:ext cx="31912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architectural difference — a classic interview question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0632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3227832"/>
            <a:ext cx="457200" cy="45720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332841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61872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Dockerfile &amp; Image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13232" y="3703320"/>
            <a:ext cx="31912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and how one becomes the other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97680" y="30632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62272" y="3227832"/>
            <a:ext cx="457200" cy="45720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856" y="332841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10912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Container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462272" y="3703320"/>
            <a:ext cx="31912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instance of an image, explained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46720" y="30632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11312" y="3227832"/>
            <a:ext cx="457200" cy="45720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6" y="3328416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59952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Docker Hub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211312" y="3703320"/>
            <a:ext cx="31912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Registries, pulling, pushing, tags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48640" y="45262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13232" y="4690872"/>
            <a:ext cx="457200" cy="45720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" y="4791456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61872" y="4663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Basic Docker Commands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713232" y="5166360"/>
            <a:ext cx="31912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commands you’ll actually type every day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4297680" y="45262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462272" y="4690872"/>
            <a:ext cx="457200" cy="45720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2856" y="4791456"/>
            <a:ext cx="256032" cy="25603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010912" y="4663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Live Demo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4462272" y="5166360"/>
            <a:ext cx="31912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app to Docker Hub to GitHub Actions to EC2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8046720" y="45262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8211312" y="4690872"/>
            <a:ext cx="457200" cy="45720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1896" y="4791456"/>
            <a:ext cx="256032" cy="25603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759952" y="4663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Interview Questions</a:t>
            </a:r>
            <a:endParaRPr lang="en-US" sz="1250" dirty="0"/>
          </a:p>
        </p:txBody>
      </p:sp>
      <p:sp>
        <p:nvSpPr>
          <p:cNvPr id="48" name="Text 37"/>
          <p:cNvSpPr/>
          <p:nvPr/>
        </p:nvSpPr>
        <p:spPr>
          <a:xfrm>
            <a:off x="8211312" y="5166360"/>
            <a:ext cx="31912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recap list covering everything above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CJDC · Docker Made Simple — 22 Aug 2026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Docker? — Life Before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did the industry move away from the old way of deploying apps?"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41B2D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07692"/>
            <a:ext cx="585216" cy="585216"/>
          </a:xfrm>
          <a:prstGeom prst="ellipse">
            <a:avLst/>
          </a:prstGeom>
          <a:solidFill>
            <a:srgbClr val="0B0F1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988" y="2236440"/>
            <a:ext cx="327721" cy="3277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9659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server setup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45920" y="231343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environment (dev, QA, prod) was configured by hand — install Java, set env vars, tweak configs, repeat.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054096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B2436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3287268"/>
            <a:ext cx="585216" cy="585216"/>
          </a:xfrm>
          <a:prstGeom prst="ellipse">
            <a:avLst/>
          </a:prstGeom>
          <a:solidFill>
            <a:srgbClr val="0B0F1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988" y="3416016"/>
            <a:ext cx="327721" cy="3277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3145536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works on my machine"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645920" y="349300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ran fine on a developer’s laptop but broke in QA or production due to version or config drift.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233672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41B2D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4466844"/>
            <a:ext cx="585216" cy="585216"/>
          </a:xfrm>
          <a:prstGeom prst="ellipse">
            <a:avLst/>
          </a:prstGeom>
          <a:solidFill>
            <a:srgbClr val="0B0F1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988" y="4595592"/>
            <a:ext cx="327721" cy="3277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32511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Heavyweight VMs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645920" y="4672584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VM needed its own full guest OS — slow to boot, expensive on resources, slow to scale.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5413248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B2436"/>
          </a:solidFill>
          <a:ln/>
        </p:spPr>
      </p:sp>
      <p:sp>
        <p:nvSpPr>
          <p:cNvPr id="21" name="Shape 16"/>
          <p:cNvSpPr/>
          <p:nvPr/>
        </p:nvSpPr>
        <p:spPr>
          <a:xfrm>
            <a:off x="777240" y="5646420"/>
            <a:ext cx="585216" cy="585216"/>
          </a:xfrm>
          <a:prstGeom prst="ellipse">
            <a:avLst/>
          </a:prstGeom>
          <a:solidFill>
            <a:srgbClr val="0B0F1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988" y="5775168"/>
            <a:ext cx="327721" cy="3277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50468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deployments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645920" y="58521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an app between servers meant re-installing dependencies and hoping nothing was missed.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CJDC · Docker Made Simple — 22 Aug 2026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Problem Docker Solves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real problem does Docker solve for a dev team?"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335378"/>
            <a:ext cx="358445" cy="3584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1284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8346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image runs identically on your laptop, in CI, and in production — no more environment drift.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9202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2194560"/>
            <a:ext cx="640080" cy="64008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8" y="233537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221284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37960" y="28346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all its dependencies are packaged together, isolated from other apps on the same host.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4392778"/>
            <a:ext cx="358445" cy="35844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27024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22960" y="48920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share the host kernel — they start in seconds, not minutes like a VM.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63640" y="39776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37960" y="4251960"/>
            <a:ext cx="640080" cy="64008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8" y="4392778"/>
            <a:ext cx="358445" cy="35844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60920" y="427024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537960" y="48920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once, run anywhere: dev machine, on-prem server, or any cloud provider.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CJDC · Docker Made Simple — 22 Aug 2026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· INTERVIEW FAVORITE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Container vs Virtual Machine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 a container faster to start than a VM?"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4069080"/>
          </a:xfrm>
          <a:prstGeom prst="roundRect">
            <a:avLst>
              <a:gd name="adj" fmla="val 1798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4663440" cy="420624"/>
          </a:xfrm>
          <a:prstGeom prst="roundRect">
            <a:avLst>
              <a:gd name="adj" fmla="val 10870"/>
            </a:avLst>
          </a:prstGeom>
          <a:solidFill>
            <a:srgbClr val="2A3550"/>
          </a:solidFill>
          <a:ln w="9525">
            <a:solidFill>
              <a:srgbClr val="3444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43200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273552"/>
            <a:ext cx="4663440" cy="420624"/>
          </a:xfrm>
          <a:prstGeom prst="roundRect">
            <a:avLst>
              <a:gd name="adj" fmla="val 10870"/>
            </a:avLst>
          </a:prstGeom>
          <a:solidFill>
            <a:srgbClr val="2A3550"/>
          </a:solidFill>
          <a:ln w="9525">
            <a:solidFill>
              <a:srgbClr val="3444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73552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Bins/Libs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803904"/>
            <a:ext cx="4663440" cy="420624"/>
          </a:xfrm>
          <a:prstGeom prst="roundRect">
            <a:avLst>
              <a:gd name="adj" fmla="val 10870"/>
            </a:avLst>
          </a:prstGeom>
          <a:solidFill>
            <a:srgbClr val="1B2436"/>
          </a:solidFill>
          <a:ln w="9525">
            <a:solidFill>
              <a:srgbClr val="3444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803904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 (full)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4334256"/>
            <a:ext cx="4663440" cy="420624"/>
          </a:xfrm>
          <a:prstGeom prst="roundRect">
            <a:avLst>
              <a:gd name="adj" fmla="val 10870"/>
            </a:avLst>
          </a:prstGeom>
          <a:solidFill>
            <a:srgbClr val="1B2436"/>
          </a:solidFill>
          <a:ln w="9525">
            <a:solidFill>
              <a:srgbClr val="3444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334256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864608"/>
            <a:ext cx="4663440" cy="420624"/>
          </a:xfrm>
          <a:prstGeom prst="roundRect">
            <a:avLst>
              <a:gd name="adj" fmla="val 10870"/>
            </a:avLst>
          </a:prstGeom>
          <a:solidFill>
            <a:srgbClr val="1B2436"/>
          </a:solidFill>
          <a:ln w="9525">
            <a:solidFill>
              <a:srgbClr val="3444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864608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4663440" cy="420624"/>
          </a:xfrm>
          <a:prstGeom prst="roundRect">
            <a:avLst>
              <a:gd name="adj" fmla="val 10870"/>
            </a:avLst>
          </a:prstGeom>
          <a:solidFill>
            <a:srgbClr val="1B2436"/>
          </a:solidFill>
          <a:ln w="9525">
            <a:solidFill>
              <a:srgbClr val="3444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394960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874520"/>
            <a:ext cx="5394960" cy="4069080"/>
          </a:xfrm>
          <a:prstGeom prst="roundRect">
            <a:avLst>
              <a:gd name="adj" fmla="val 1798"/>
            </a:avLst>
          </a:prstGeom>
          <a:solidFill>
            <a:srgbClr val="141B2D"/>
          </a:solidFill>
          <a:ln w="19050">
            <a:solidFill>
              <a:srgbClr val="2496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766560" y="2743200"/>
            <a:ext cx="4663440" cy="512064"/>
          </a:xfrm>
          <a:prstGeom prst="roundRect">
            <a:avLst>
              <a:gd name="adj" fmla="val 8929"/>
            </a:avLst>
          </a:prstGeom>
          <a:solidFill>
            <a:srgbClr val="1E4A78"/>
          </a:solidFill>
          <a:ln w="9525">
            <a:solidFill>
              <a:srgbClr val="2496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743200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3383280"/>
            <a:ext cx="4663440" cy="512064"/>
          </a:xfrm>
          <a:prstGeom prst="roundRect">
            <a:avLst>
              <a:gd name="adj" fmla="val 8929"/>
            </a:avLst>
          </a:prstGeom>
          <a:solidFill>
            <a:srgbClr val="1E4A78"/>
          </a:solidFill>
          <a:ln w="9525">
            <a:solidFill>
              <a:srgbClr val="2496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383280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Bins/Libs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66560" y="4023360"/>
            <a:ext cx="4663440" cy="512064"/>
          </a:xfrm>
          <a:prstGeom prst="roundRect">
            <a:avLst>
              <a:gd name="adj" fmla="val 8929"/>
            </a:avLst>
          </a:prstGeom>
          <a:solidFill>
            <a:srgbClr val="1B2436"/>
          </a:solidFill>
          <a:ln w="9525">
            <a:solidFill>
              <a:srgbClr val="2496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4023360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(Docker Engine)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4663440"/>
            <a:ext cx="4663440" cy="512064"/>
          </a:xfrm>
          <a:prstGeom prst="roundRect">
            <a:avLst>
              <a:gd name="adj" fmla="val 8929"/>
            </a:avLst>
          </a:prstGeom>
          <a:solidFill>
            <a:srgbClr val="1B2436"/>
          </a:solidFill>
          <a:ln w="9525">
            <a:solidFill>
              <a:srgbClr val="2496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4663440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66560" y="5303520"/>
            <a:ext cx="4663440" cy="512064"/>
          </a:xfrm>
          <a:prstGeom prst="roundRect">
            <a:avLst>
              <a:gd name="adj" fmla="val 8929"/>
            </a:avLst>
          </a:prstGeom>
          <a:solidFill>
            <a:srgbClr val="1B2436"/>
          </a:solidFill>
          <a:ln w="9525">
            <a:solidFill>
              <a:srgbClr val="2496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5303520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01675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answer: containers share the host OS kernel — no guest OS to boot, so they start in seconds and use far less memory.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CJDC · Docker Made Simple — 22 Aug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· INTERVIEW Q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Dockerfile &amp; Image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"What’s the difference between a Dockerfile and an Image?"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141B2D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762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text "recipe" — a set of instructions for how to build an image, step by step.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eclipse-temurin:17-jre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app.jar app.jar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["java","-jar","app.jar"]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48920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once, version-controlled with your code.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92024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141B2D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488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1762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537960" y="27432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built result — a read-only template made of stacked layers, produced by running the Dockerfile.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537960" y="35204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myapp:1.0 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537960" y="411480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frozen, ready-to-serve dish made from the recipe. It doesn’t run by itself — you need a container for that.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CJDC · Docker Made Simple — 22 Aug 2026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· INTERVIEW Q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 Container?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happens to data when a container is removed?"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41B2D"/>
          </a:solidFill>
          <a:ln w="19050">
            <a:solidFill>
              <a:srgbClr val="2496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914400" cy="91440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44144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1945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 is a running instance of an image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920240" y="260604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gets its own filesystem, process space, and network — but shares the host machine’s kernel, which is why it’s lightweight.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6576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886200"/>
            <a:ext cx="502920" cy="50292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82" y="399684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391363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by default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77240" y="44805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or remove a container and its writable layer is gone — the image it came from is untouched.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297680" y="36576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26280" y="3886200"/>
            <a:ext cx="502920" cy="50292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922" y="3996842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66360" y="391363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needs a volume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26280" y="44805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must survive (like DB data) should live in a Docker volume, not the container’s own filesystem.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046720" y="36576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75320" y="3886200"/>
            <a:ext cx="502920" cy="50292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962" y="3996842"/>
            <a:ext cx="281635" cy="28163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15400" y="391363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containers, one image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275320" y="44805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image can be used to start any number of independent containers at once.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CJDC · Docker Made Simple — 22 Aug 2026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· INTERVIEW Q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Docker Hub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Docker Hub, and how is an image versioned?"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41B2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822960" cy="82296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242133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26771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registry for Docker images — like GitHub, but for images instead of code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828800" y="2633472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official images (openjdk, mysql, nginx) as well as your own custom-built images.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56616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141B2D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5661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mysql:8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0" y="356616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 image from Docker Hub to your machine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4279392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1B2436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27939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myuser/myapp:1.0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0" y="4279392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own built image to your Docker Hub repo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4992624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141B2D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499262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96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myapp:1.0  /  myapp:latest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029200" y="4992624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after ":" is the tag — used for versioning images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CJDC · Docker Made Simple — 22 Aug 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DOCKER COMMANDS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Commands You’ll Use Every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32120" cy="777240"/>
          </a:xfrm>
          <a:prstGeom prst="roundRect">
            <a:avLst>
              <a:gd name="adj" fmla="val 5882"/>
            </a:avLst>
          </a:prstGeom>
          <a:solidFill>
            <a:srgbClr val="141B2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64792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app:1.0 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30552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image from a Dockerfile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532120" cy="777240"/>
          </a:xfrm>
          <a:prstGeom prst="roundRect">
            <a:avLst>
              <a:gd name="adj" fmla="val 5882"/>
            </a:avLst>
          </a:prstGeom>
          <a:solidFill>
            <a:srgbClr val="141B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764792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images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2130552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images on this machine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5532120" cy="777240"/>
          </a:xfrm>
          <a:prstGeom prst="roundRect">
            <a:avLst>
              <a:gd name="adj" fmla="val 5882"/>
            </a:avLst>
          </a:prstGeom>
          <a:solidFill>
            <a:srgbClr val="1B243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5176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8080:8080 app:1.0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container in the background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2578608"/>
            <a:ext cx="5532120" cy="777240"/>
          </a:xfrm>
          <a:prstGeom prst="roundRect">
            <a:avLst>
              <a:gd name="adj" fmla="val 5882"/>
            </a:avLst>
          </a:prstGeom>
          <a:solidFill>
            <a:srgbClr val="1B243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65176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  /  docker ps -a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017520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running / all containers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465576"/>
            <a:ext cx="5532120" cy="777240"/>
          </a:xfrm>
          <a:prstGeom prst="roundRect">
            <a:avLst>
              <a:gd name="adj" fmla="val 5882"/>
            </a:avLst>
          </a:prstGeom>
          <a:solidFill>
            <a:srgbClr val="141B2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3872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 &lt;container&gt;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90448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Gracefully stop a running container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3465576"/>
            <a:ext cx="5532120" cy="777240"/>
          </a:xfrm>
          <a:prstGeom prst="roundRect">
            <a:avLst>
              <a:gd name="adj" fmla="val 5882"/>
            </a:avLst>
          </a:prstGeom>
          <a:solidFill>
            <a:srgbClr val="141B2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53872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 &lt;container&gt;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90448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stopped container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352544"/>
            <a:ext cx="5532120" cy="777240"/>
          </a:xfrm>
          <a:prstGeom prst="roundRect">
            <a:avLst>
              <a:gd name="adj" fmla="val 5882"/>
            </a:avLst>
          </a:prstGeom>
          <a:solidFill>
            <a:srgbClr val="1B243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425696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rmi &lt;image&gt;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791456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image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4352544"/>
            <a:ext cx="5532120" cy="777240"/>
          </a:xfrm>
          <a:prstGeom prst="roundRect">
            <a:avLst>
              <a:gd name="adj" fmla="val 5882"/>
            </a:avLst>
          </a:prstGeom>
          <a:solidFill>
            <a:srgbClr val="1B243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425696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-f &lt;container&gt;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791456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 container’s logs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5239512"/>
            <a:ext cx="5532120" cy="777240"/>
          </a:xfrm>
          <a:prstGeom prst="roundRect">
            <a:avLst>
              <a:gd name="adj" fmla="val 5882"/>
            </a:avLst>
          </a:prstGeom>
          <a:solidFill>
            <a:srgbClr val="141B2D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312664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&lt;container&gt; sh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5678424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shell inside a running container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5239512"/>
            <a:ext cx="5532120" cy="777240"/>
          </a:xfrm>
          <a:prstGeom prst="roundRect">
            <a:avLst>
              <a:gd name="adj" fmla="val 5882"/>
            </a:avLst>
          </a:prstGeom>
          <a:solidFill>
            <a:srgbClr val="141B2D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5312664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inspect &lt;container&gt;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5678424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JSON details — config, network, mounts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pair each command above with "what does exit code / flag X mean?" — a very common follow-up in interviews.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CJDC · Docker Made Simple — 22 Aug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DEEP DIVE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Layer Caching — Order Matters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put COPY package.json before COPY . . ?"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141B2D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0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rebuilds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1729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mvn install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55701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(re-downloads ALL deps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94106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on every code change)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201168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141B2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240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rebuilds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pom.xml 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29400" y="31729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mvn dependency:go-offline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29400" y="355701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(cached — only reruns if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29400" y="394106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pom.xml changes)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29400" y="43251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src ./src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29400" y="4709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mvn package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29400" y="50932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(only this layer rebuilds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547725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on code change)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CJDC · Docker Made Simple — 22 Aug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DEEP DIVE · INTERVIEW DIFFERENTIATOR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Multi-Stage Builds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signal of 3-6 yr+ experience in interviews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937760" cy="2651760"/>
          </a:xfrm>
          <a:prstGeom prst="roundRect">
            <a:avLst>
              <a:gd name="adj" fmla="val 2759"/>
            </a:avLst>
          </a:prstGeom>
          <a:solidFill>
            <a:srgbClr val="141B2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Build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maven:3.9-eclipse-temurin-17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mvn clean package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MB (Maven + JDK + source + deps)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06440" y="3246120"/>
            <a:ext cx="640080" cy="365760"/>
          </a:xfrm>
          <a:prstGeom prst="rightArrow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3657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only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.jar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0" y="2103120"/>
            <a:ext cx="4937760" cy="2651760"/>
          </a:xfrm>
          <a:prstGeom prst="roundRect">
            <a:avLst>
              <a:gd name="adj" fmla="val 2759"/>
            </a:avLst>
          </a:prstGeom>
          <a:solidFill>
            <a:srgbClr val="141B2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286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Runtime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0" y="27889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eclipse-temurin:17-jre-alpine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 app.jar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 MB (JRE + jar only — no build tools)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983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final image ships without Maven, JDK compiler, or source code — smaller, faster to pull, smaller attack surface.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CJDC · Docker Made Simple — 22 Aug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&amp; NETWORKING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Multi-Container Apps with Compose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3566160"/>
          </a:xfrm>
          <a:prstGeom prst="roundRect">
            <a:avLst>
              <a:gd name="adj" fmla="val 2051"/>
            </a:avLst>
          </a:prstGeom>
          <a:solidFill>
            <a:srgbClr val="141B2D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— Spring Boot + MySQL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6492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["8080:8080"]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 [db]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mysql:8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MYSQL_DATABASE: cjdc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db_data:/var/lib/mysql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db_data: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0" y="173736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141B2D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9202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49640" y="19019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Network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01000" y="24231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on the same compose file reach each other by service name (e.g. "db:3306") — Compose creates a default bridge network automatically.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0" y="361188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141B2D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37947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49640" y="37764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vs Bind Mounts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001000" y="42976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Volumes: Docker-managed, survive container removal (use for DB data). Bind mounts: map a host path directly (use for local dev / live code reload).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CJDC · Docker Made Simple — 22 Aug 2026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Code to Docker Hub to EC2, Automatically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377440" cy="2194560"/>
          </a:xfrm>
          <a:prstGeom prst="roundRect">
            <a:avLst>
              <a:gd name="adj" fmla="val 3333"/>
            </a:avLst>
          </a:prstGeom>
          <a:solidFill>
            <a:srgbClr val="141B2D"/>
          </a:solidFill>
          <a:ln w="19050">
            <a:solidFill>
              <a:srgbClr val="249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423160"/>
            <a:ext cx="731520" cy="73152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974" y="258409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611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line 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HelloController.java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63240" y="3154680"/>
            <a:ext cx="411480" cy="274320"/>
          </a:xfrm>
          <a:prstGeom prst="rightArrow">
            <a:avLst/>
          </a:prstGeom>
          <a:solidFill>
            <a:srgbClr val="34D399"/>
          </a:solidFill>
          <a:ln/>
        </p:spPr>
      </p:sp>
      <p:sp>
        <p:nvSpPr>
          <p:cNvPr id="10" name="Shape 7"/>
          <p:cNvSpPr/>
          <p:nvPr/>
        </p:nvSpPr>
        <p:spPr>
          <a:xfrm>
            <a:off x="3520440" y="2194560"/>
            <a:ext cx="2377440" cy="2194560"/>
          </a:xfrm>
          <a:prstGeom prst="roundRect">
            <a:avLst>
              <a:gd name="adj" fmla="val 3333"/>
            </a:avLst>
          </a:prstGeom>
          <a:solidFill>
            <a:srgbClr val="141B2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43400" y="2423160"/>
            <a:ext cx="731520" cy="73152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334" y="258409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57600" y="3611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multi-stage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43600" y="3154680"/>
            <a:ext cx="411480" cy="274320"/>
          </a:xfrm>
          <a:prstGeom prst="rightArrow">
            <a:avLst/>
          </a:prstGeom>
          <a:solidFill>
            <a:srgbClr val="34D399"/>
          </a:solidFill>
          <a:ln/>
        </p:spPr>
      </p:sp>
      <p:sp>
        <p:nvSpPr>
          <p:cNvPr id="16" name="Shape 12"/>
          <p:cNvSpPr/>
          <p:nvPr/>
        </p:nvSpPr>
        <p:spPr>
          <a:xfrm>
            <a:off x="6400800" y="2194560"/>
            <a:ext cx="2377440" cy="2194560"/>
          </a:xfrm>
          <a:prstGeom prst="roundRect">
            <a:avLst>
              <a:gd name="adj" fmla="val 3333"/>
            </a:avLst>
          </a:prstGeom>
          <a:solidFill>
            <a:srgbClr val="141B2D"/>
          </a:solidFill>
          <a:ln w="19050">
            <a:solidFill>
              <a:srgbClr val="2496E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223760" y="2423160"/>
            <a:ext cx="731520" cy="73152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694" y="2584094"/>
            <a:ext cx="409651" cy="4096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3796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537960" y="3611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pushed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(SHA + latest)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823960" y="3154680"/>
            <a:ext cx="411480" cy="274320"/>
          </a:xfrm>
          <a:prstGeom prst="rightArrow">
            <a:avLst/>
          </a:prstGeom>
          <a:solidFill>
            <a:srgbClr val="34D399"/>
          </a:solidFill>
          <a:ln/>
        </p:spPr>
      </p:sp>
      <p:sp>
        <p:nvSpPr>
          <p:cNvPr id="22" name="Shape 17"/>
          <p:cNvSpPr/>
          <p:nvPr/>
        </p:nvSpPr>
        <p:spPr>
          <a:xfrm>
            <a:off x="9281160" y="2194560"/>
            <a:ext cx="2377440" cy="2194560"/>
          </a:xfrm>
          <a:prstGeom prst="roundRect">
            <a:avLst>
              <a:gd name="adj" fmla="val 3333"/>
            </a:avLst>
          </a:prstGeom>
          <a:solidFill>
            <a:srgbClr val="141B2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104120" y="2423160"/>
            <a:ext cx="731520" cy="731520"/>
          </a:xfrm>
          <a:prstGeom prst="ellipse">
            <a:avLst/>
          </a:prstGeom>
          <a:solidFill>
            <a:srgbClr val="1B243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5054" y="2584094"/>
            <a:ext cx="409651" cy="4096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1832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418320" y="3611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deploy pulls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restarts container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4709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live: refresh the browser after the pipeline finishes — the new message appears with zero manual deployment steps.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CJDC · Docker Made Simple — 22 Aug 2026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Interview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83664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83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 industry move from VMs to containers?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1B2436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633472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487168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 problem does Docker solve for a dev team?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36976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3383280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236976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 container faster to start than a VM?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86784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1B2436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4133088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133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986784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a Dockerfile and an Image?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36592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4882896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8828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736592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data when a container is removed?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1B2436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5632704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632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5486400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Docker Hub, and what is an image tag used for?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173736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/>
        </p:spPr>
      </p:sp>
      <p:sp>
        <p:nvSpPr>
          <p:cNvPr id="29" name="Shape 27"/>
          <p:cNvSpPr/>
          <p:nvPr/>
        </p:nvSpPr>
        <p:spPr>
          <a:xfrm>
            <a:off x="6428232" y="1883664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0" name="Text 28"/>
          <p:cNvSpPr/>
          <p:nvPr/>
        </p:nvSpPr>
        <p:spPr>
          <a:xfrm>
            <a:off x="6428232" y="1883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1737360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docker stop and docker kill?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2487168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1B2436"/>
          </a:solidFill>
          <a:ln/>
        </p:spPr>
      </p:sp>
      <p:sp>
        <p:nvSpPr>
          <p:cNvPr id="33" name="Shape 31"/>
          <p:cNvSpPr/>
          <p:nvPr/>
        </p:nvSpPr>
        <p:spPr>
          <a:xfrm>
            <a:off x="6428232" y="2633472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4" name="Text 32"/>
          <p:cNvSpPr/>
          <p:nvPr/>
        </p:nvSpPr>
        <p:spPr>
          <a:xfrm>
            <a:off x="6428232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03720" y="2487168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layer order matter in a Dockerfile (caching)?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63640" y="3236976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/>
        </p:spPr>
      </p:sp>
      <p:sp>
        <p:nvSpPr>
          <p:cNvPr id="37" name="Shape 35"/>
          <p:cNvSpPr/>
          <p:nvPr/>
        </p:nvSpPr>
        <p:spPr>
          <a:xfrm>
            <a:off x="6428232" y="3383280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8" name="Text 36"/>
          <p:cNvSpPr/>
          <p:nvPr/>
        </p:nvSpPr>
        <p:spPr>
          <a:xfrm>
            <a:off x="6428232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03720" y="3236976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multi-stage build reduce image size?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63640" y="3986784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1B2436"/>
          </a:solidFill>
          <a:ln/>
        </p:spPr>
      </p:sp>
      <p:sp>
        <p:nvSpPr>
          <p:cNvPr id="41" name="Shape 39"/>
          <p:cNvSpPr/>
          <p:nvPr/>
        </p:nvSpPr>
        <p:spPr>
          <a:xfrm>
            <a:off x="6428232" y="4133088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2" name="Text 40"/>
          <p:cNvSpPr/>
          <p:nvPr/>
        </p:nvSpPr>
        <p:spPr>
          <a:xfrm>
            <a:off x="6428232" y="4133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03720" y="3986784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containers in the same Compose file talk to each other?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63640" y="4736592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141B2D"/>
          </a:solidFill>
          <a:ln/>
        </p:spPr>
      </p:sp>
      <p:sp>
        <p:nvSpPr>
          <p:cNvPr id="45" name="Shape 43"/>
          <p:cNvSpPr/>
          <p:nvPr/>
        </p:nvSpPr>
        <p:spPr>
          <a:xfrm>
            <a:off x="6428232" y="4882896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6" name="Text 44"/>
          <p:cNvSpPr/>
          <p:nvPr/>
        </p:nvSpPr>
        <p:spPr>
          <a:xfrm>
            <a:off x="6428232" y="48828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903720" y="4736592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a volume and a bind mount?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263640" y="548640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1B2436"/>
          </a:solidFill>
          <a:ln/>
        </p:spPr>
      </p:sp>
      <p:sp>
        <p:nvSpPr>
          <p:cNvPr id="49" name="Shape 47"/>
          <p:cNvSpPr/>
          <p:nvPr/>
        </p:nvSpPr>
        <p:spPr>
          <a:xfrm>
            <a:off x="6428232" y="5632704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0" name="Text 48"/>
          <p:cNvSpPr/>
          <p:nvPr/>
        </p:nvSpPr>
        <p:spPr>
          <a:xfrm>
            <a:off x="6428232" y="5632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03720" y="5486400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 vs CMD — why does the difference matter?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CJDC · Docker Made Simple — 22 Aug 2026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496E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66360" y="914400"/>
            <a:ext cx="1188720" cy="118872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7878" y="1175918"/>
            <a:ext cx="665683" cy="6656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774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Don't Miss Out — Be There. Learn. Grow. Together.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394960" y="3200400"/>
            <a:ext cx="731520" cy="73152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894" y="3361334"/>
            <a:ext cx="409651" cy="4096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Let’s open the floor.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Amit Tiwari  |  Senior DevOps Engineer @ EngineersMind  |  CJDC Community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CJDC · Docker Made Simple — 22 Aug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2026-08-21T09:08:01Z</dcterms:created>
  <dcterms:modified xsi:type="dcterms:W3CDTF">2026-08-21T09:08:01Z</dcterms:modified>
</cp:coreProperties>
</file>